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 timing guide (3-5 min):
Slide 1 (10s): Title, framing.
Slide 2 (45s): Architecture - walk the four layers, mention the 3 orphaned files finding.
Slides 3-5 (60s total, ~20s each): Three features - creation, prioritization, completion. Hit the bolded insight on each, don't read every bullet aloud.
Slide 6 (60s): The DONE special-case pattern, then pivot to the storage.save() silent-failure challenge and how guided questions + data-flow mapping specifically helped find it.
Slide 7 (30s): Close on process, not code - which prompt worked best for which kind of understanding.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the Task Manager Codebase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204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reflection on process: using AI prompts to build genuine understanding of unfamiliar code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943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Exploration Challenge — Part 4: Reflection and Presentation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149840" y="640080"/>
            <a:ext cx="1737360" cy="1737360"/>
          </a:xfrm>
          <a:prstGeom prst="ellipse">
            <a:avLst/>
          </a:prstGeom>
          <a:solidFill>
            <a:srgbClr val="3B4C9E"/>
          </a:solidFill>
          <a:ln/>
        </p:spPr>
      </p:sp>
      <p:sp>
        <p:nvSpPr>
          <p:cNvPr id="7" name="Shape 5"/>
          <p:cNvSpPr/>
          <p:nvPr/>
        </p:nvSpPr>
        <p:spPr>
          <a:xfrm>
            <a:off x="10561320" y="1051560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at a Glance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layers, each with one clear responsibility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148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cli.py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603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— parses commands, delegates everything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108960" y="24688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29000" y="201168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3B4C9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66160" y="2148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task_manager.py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5603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Coordinates: validates input, converts types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897880" y="24688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55080" y="2148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storage.py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5603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— JSON file, in-memory dict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0" y="24688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006840" y="201168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0" y="2148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models.py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0" y="25603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— Task, TaskStatus, TaskPriority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977640"/>
            <a:ext cx="10881360" cy="822960"/>
          </a:xfrm>
          <a:prstGeom prst="rect">
            <a:avLst/>
          </a:prstGeom>
          <a:solidFill>
            <a:srgbClr val="F2F5FC"/>
          </a:solidFill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no computed 'importance score' system exists here — confirmed by direct search, no task_priority.py and no scoring logic anywhere in this codebase. Priority is a purely static, user-set label.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02920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model: entire task collection loaded into memory at startup, rewritten wholesale to tasks.json on every single change — no incremental writes, no locking.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3B4C9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Creation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9144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raw CLI command becomes a stored Task object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1764792"/>
            <a:ext cx="109728" cy="365760"/>
          </a:xfrm>
          <a:prstGeom prst="rect">
            <a:avLst/>
          </a:prstGeom>
          <a:solidFill>
            <a:srgbClr val="3B4C9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16916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cli.py  →  task_manager.create_task()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2331720"/>
            <a:ext cx="109728" cy="365760"/>
          </a:xfrm>
          <a:prstGeom prst="rect">
            <a:avLst/>
          </a:prstGeom>
          <a:solidFill>
            <a:srgbClr val="3B4C9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25856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Converts raw int → TaskPriority enum, parses due-date string → datetime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7240" y="2898648"/>
            <a:ext cx="109728" cy="365760"/>
          </a:xfrm>
          <a:prstGeom prst="rect">
            <a:avLst/>
          </a:prstGeom>
          <a:solidFill>
            <a:srgbClr val="3B4C9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2825496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Task.__init__()  →  self-assigns UUID, defaults to TaskStatus.TODO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" y="3465576"/>
            <a:ext cx="109728" cy="365760"/>
          </a:xfrm>
          <a:prstGeom prst="rect">
            <a:avLst/>
          </a:prstGeom>
          <a:solidFill>
            <a:srgbClr val="3B4C9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3392424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storage.add_task()  →  storage.save()  →  full tasks.json rewrite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77240" y="4096512"/>
            <a:ext cx="10607040" cy="1005840"/>
          </a:xfrm>
          <a:prstGeom prst="roundRect">
            <a:avLst>
              <a:gd name="adj" fmla="val 5455"/>
            </a:avLst>
          </a:prstGeom>
          <a:solidFill>
            <a:srgbClr val="CADC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42153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462272"/>
            <a:ext cx="10149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task_manager.py is the validation boundary — it converts and checks untrusted input before models.py ever sees it. models.py trusts its caller completely and never validates on its own.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3B4C9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Prioritization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9144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static label, not a computed system — confirmed, not assumed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1764792"/>
            <a:ext cx="109728" cy="365760"/>
          </a:xfrm>
          <a:prstGeom prst="rect">
            <a:avLst/>
          </a:prstGeom>
          <a:solidFill>
            <a:srgbClr val="3B4C9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16916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TaskPriority enum: LOW / MEDIUM / HIGH / URGENT  →  1-4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2331720"/>
            <a:ext cx="109728" cy="365760"/>
          </a:xfrm>
          <a:prstGeom prst="rect">
            <a:avLst/>
          </a:prstGeom>
          <a:solidFill>
            <a:srgbClr val="3B4C9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25856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at creation (default MEDIUM) or via update_task_priority()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7240" y="2898648"/>
            <a:ext cx="109728" cy="365760"/>
          </a:xfrm>
          <a:prstGeom prst="rect">
            <a:avLst/>
          </a:prstGeom>
          <a:solidFill>
            <a:srgbClr val="3B4C9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2825496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 3 ways: filter, CLI display symbol, statistics count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" y="3465576"/>
            <a:ext cx="109728" cy="365760"/>
          </a:xfrm>
          <a:prstGeom prst="rect">
            <a:avLst/>
          </a:prstGeom>
          <a:solidFill>
            <a:srgbClr val="3B4C9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3392424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 by search: no scoring logic anywhere in this codebase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77240" y="4096512"/>
            <a:ext cx="10607040" cy="1005840"/>
          </a:xfrm>
          <a:prstGeom prst="roundRect">
            <a:avLst>
              <a:gd name="adj" fmla="val 5455"/>
            </a:avLst>
          </a:prstGeom>
          <a:solidFill>
            <a:srgbClr val="CADC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42153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462272"/>
            <a:ext cx="10149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storage.get_tasks_by_priority() does zero validation of its own — a raw int bypassing task_manager.py wouldn't error, it would silently match nothing (Enum != int). A subtle, narrow failure mode.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3B4C9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Completion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9144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hidden special case — and a real risk — live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1764792"/>
            <a:ext cx="109728" cy="365760"/>
          </a:xfrm>
          <a:prstGeom prst="rect">
            <a:avLst/>
          </a:prstGeom>
          <a:solidFill>
            <a:srgbClr val="3B4C9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16916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update_task_status()  →  DONE takes a SPECIAL branch, not the generic path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2331720"/>
            <a:ext cx="109728" cy="365760"/>
          </a:xfrm>
          <a:prstGeom prst="rect">
            <a:avLst/>
          </a:prstGeom>
          <a:solidFill>
            <a:srgbClr val="3B4C9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25856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task.mark_as_done()  →  sets status=DONE AND stamps completed_at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7240" y="2898648"/>
            <a:ext cx="109728" cy="365760"/>
          </a:xfrm>
          <a:prstGeom prst="rect">
            <a:avLst/>
          </a:prstGeom>
          <a:solidFill>
            <a:srgbClr val="3B4C9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2825496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storage.save() wrapped in try/except — errors are only printed, never raised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" y="3465576"/>
            <a:ext cx="109728" cy="365760"/>
          </a:xfrm>
          <a:prstGeom prst="rect">
            <a:avLst/>
          </a:prstGeom>
          <a:solidFill>
            <a:srgbClr val="3B4C9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3392424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update_task_status() still returns True, even if save() silently failed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77240" y="4096512"/>
            <a:ext cx="10607040" cy="1005840"/>
          </a:xfrm>
          <a:prstGeom prst="roundRect">
            <a:avLst>
              <a:gd name="adj" fmla="val 5455"/>
            </a:avLst>
          </a:prstGeom>
          <a:solidFill>
            <a:srgbClr val="CADC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42153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462272"/>
            <a:ext cx="10149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significant finding of the whole exercise: a failed disk write can report success to the user. The in-memory change exists, but is lost the moment the process exits.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Hardest — and How Prompting Helped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49240" cy="4663440"/>
          </a:xfrm>
          <a:prstGeom prst="roundRect">
            <a:avLst>
              <a:gd name="adj" fmla="val 1569"/>
            </a:avLst>
          </a:prstGeom>
          <a:solidFill>
            <a:srgbClr val="F2F5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4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 discovered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"Generic update, hidden special case"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update_task_status() looks symmetric across all four statuses — but DONE silently needs its own branch to stamp completed_at.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a new status requiring its own side effect (e.g. an ABANDONED timestamp) could easily be added without anyone noticing it needs the same special treatment.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37160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46520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challenging to understand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01168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storage.save()'s silent failure — it wasn't wrong code, it was code that looked correct at a glance.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834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prompts helped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324612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Guided questions (Prompt 2) forced testing an assumption instead of accepting it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3959352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Data-flow mapping (Prompt 3) traced the exact line where the error gets swallowed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4672584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Stating my own understanding first meant the AI corrected my reasoning, not just explained the code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Over Answers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built understanding, not just explanations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240280"/>
            <a:ext cx="73152" cy="5943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219456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 specific feature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212080" y="2194560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building an accurate first mental model of how a feature actually executes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3108960"/>
            <a:ext cx="73152" cy="5943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306324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questions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3063240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testing assumptions I didn't know I was making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977640"/>
            <a:ext cx="73152" cy="5943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393192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Data-flow mapping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3931920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finding real risk hiding in error-handling code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48640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validated and sharpened my understanding — it never replaced the work of actually reading the code.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2026-09-11T18:48:04Z</dcterms:created>
  <dcterms:modified xsi:type="dcterms:W3CDTF">2026-09-11T18:48:04Z</dcterms:modified>
</cp:coreProperties>
</file>